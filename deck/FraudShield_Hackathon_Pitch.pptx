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857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529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332720" y="-10972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73152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FRAUD RISK SCORING ENGINE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FraudShield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66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face, voice and device signals into one explainable fraud score — in the moment a banking session turns risky.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925726" cy="420624"/>
          </a:xfrm>
          <a:prstGeom prst="roundRect">
            <a:avLst>
              <a:gd name="adj" fmla="val 17391"/>
            </a:avLst>
          </a:prstGeom>
          <a:solidFill>
            <a:srgbClr val="1B33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192572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/ Liveness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21838" y="4572000"/>
            <a:ext cx="2097634" cy="420624"/>
          </a:xfrm>
          <a:prstGeom prst="roundRect">
            <a:avLst>
              <a:gd name="adj" fmla="val 17391"/>
            </a:avLst>
          </a:prstGeom>
          <a:solidFill>
            <a:srgbClr val="1B33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821838" y="4572000"/>
            <a:ext cx="2097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Voice-Clone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84064" y="4572000"/>
            <a:ext cx="1753819" cy="420624"/>
          </a:xfrm>
          <a:prstGeom prst="roundRect">
            <a:avLst>
              <a:gd name="adj" fmla="val 17391"/>
            </a:avLst>
          </a:prstGeom>
          <a:solidFill>
            <a:srgbClr val="1B33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084064" y="4572000"/>
            <a:ext cx="175381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Anomaly ML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02475" y="4572000"/>
            <a:ext cx="1839773" cy="420624"/>
          </a:xfrm>
          <a:prstGeom prst="roundRect">
            <a:avLst>
              <a:gd name="adj" fmla="val 17391"/>
            </a:avLst>
          </a:prstGeom>
          <a:solidFill>
            <a:srgbClr val="1B33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002475" y="4572000"/>
            <a:ext cx="183977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Fusion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IDEA SUBMISSION  ·  TEAM FRAUDSHIELD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stopped being a single-signal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623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fraud used to mean a stolen password. Generative AI now lets attackers fake the things verification relies on — a live face, a real voice, a genuine device — well enough, one at a time, to fool single-signal checks.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55264"/>
            <a:ext cx="118872" cy="118872"/>
          </a:xfrm>
          <a:prstGeom prst="ellipse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30723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KYC onboarding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Face-swap / diffusion deepfakes now pass many liveness checks used at account opening.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4215384"/>
            <a:ext cx="118872" cy="118872"/>
          </a:xfrm>
          <a:prstGeom prst="ellipse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" y="40325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OTP phone fraud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343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 cloned from a few seconds of audio power vishing and call-center scams.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175504"/>
            <a:ext cx="118872" cy="118872"/>
          </a:xfrm>
          <a:prstGeom prst="ellipse">
            <a:avLst/>
          </a:prstGeom>
          <a:solidFill>
            <a:srgbClr val="00D9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68680" y="49926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/ account takeover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03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and remote-access tools mimic a device well enough to beat static rules.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1600200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812280" y="16002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3,200%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1764792"/>
            <a:ext cx="2697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deepfake-related fraud attempts reported across financial services, 2022–23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3136392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812280" y="3136392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$5B+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732520" y="3300984"/>
            <a:ext cx="2697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losses from generative-AI-enabled fraud by 2027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92240" y="4672584"/>
            <a:ext cx="5166360" cy="1371600"/>
          </a:xfrm>
          <a:prstGeom prst="roundRect">
            <a:avLst>
              <a:gd name="adj" fmla="val 6667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812280" y="4672584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signal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4837176"/>
            <a:ext cx="26974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most current KYC / liveness checks still rely on alone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6263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figures compiled from public industry fraud reporting, for pitch framing.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signals. One fused verdict.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betting everything on one detector, FraudShield runs three independent fraud-signal modules in parallel and fuses their scores into a single, explainable risk verdict — called at the moment of a sensitive action: login, video KYC, or a high-value transfer.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66928" cy="566928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Feed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/ liveness detection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56032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80560" y="2788920"/>
            <a:ext cx="566928" cy="566928"/>
          </a:xfrm>
          <a:prstGeom prst="ellipse">
            <a:avLst/>
          </a:prstGeom>
          <a:solidFill>
            <a:srgbClr val="0B1F3A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48056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Voice-clone detection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63840" y="2560320"/>
            <a:ext cx="333756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2788920"/>
            <a:ext cx="566928" cy="566928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13816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+ Network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3090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anomaly detection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70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▼  ▼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651760" y="4828032"/>
            <a:ext cx="6858000" cy="1051560"/>
          </a:xfrm>
          <a:prstGeom prst="roundRect">
            <a:avLst>
              <a:gd name="adj" fmla="val 12174"/>
            </a:avLst>
          </a:prstGeom>
          <a:solidFill>
            <a:srgbClr val="15294A"/>
          </a:solidFill>
          <a:ln w="127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2926080" y="49560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ENGINE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52852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/ learned combination → fraud_score + verdict + reasons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Banking app receives: { fraud_score: 82, verdict: “HIGH RISK”, reasons: […] }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session flows through the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13232" y="2093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963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Session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88036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KYC / transfer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fraud check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90672" y="2651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47288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11880" y="2093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963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Modules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88036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Face, voice, device signals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independently, in parallel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2651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45936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510528" y="2093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24963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Engine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10528" y="288036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(MVP) or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logistic-regression stacker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2651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244584" y="196596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 w="127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9409176" y="209397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409176" y="249631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API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09176" y="2880360"/>
            <a:ext cx="21854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fraud_score, verdict,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— returned to the app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60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returns a 0–100 score plus a list of human-readable reasons — nothing is a black box.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091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run independently — demoable even if fusion isn’t perfect yet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/ lightweight ML first (fast to build); pretrained deep models are a drop-in upgrade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scoring call — easy to wrap as a REST endpoint for a real banking backend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· DEEP DIVE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— Deepfake / Liveness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0" y="502920"/>
            <a:ext cx="1005840" cy="10058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24128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WE COMPUTE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rate from 468-point MediaPipe Face Mesh — humans blink ~15–20×/min; many GAN/diffusion face-swaps under- or over-blink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Frame-to-frame landmark jitter on stable points (nose bridge/tip) — real video has natural micro-noise; re-renders are over-smoothed or flicker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Face-detection confidence ratio across sampled frames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15294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3172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78 / 100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“Abnormally low blink rate (3.2/min)”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“Landmarks unnaturally stable — typical of GAN re-render”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26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6868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5046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heuristic scorer for a pretrained Xception / EfficientNet checkpoint trained on FaceForensics++ or Celeb-DF — same input/output contract, no pipeline changes.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· DEEP DIVE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— Clone / Synthetic Speech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0" y="502920"/>
            <a:ext cx="1005840" cy="10058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24128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WE COMPUTE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ratio via voice-activity detection — real speech has irregular breaths/pauses; many TTS clones are unnaturally continuous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(F0) contour variance — cloned voices often sound flatter / over-smooth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flatness + MFCC frame-to-frame delta — vocoder artifacts in the high-frequency texture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15294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3172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64 / 100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“Pitch contour abnormally flat (std 9 Hz)”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“High-frequency spectrum unusually flat — possible vocoder artifact”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26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6868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5046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same audio into a pretrained ASVspoof-style anti-spoofing model (e.g. RawNet2) for a calibrated liveness probability instead of hand-tuned thresholds.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· DEEP DIVE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&amp; Network — Fingerprint Anomaly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0" y="502920"/>
            <a:ext cx="1005840" cy="100584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10241280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WE COMPUTE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4754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/ IP fingerprint: new device, IP country change, ASN risk (VPN / datacenter / proxy)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biometrics: mouse-movement entropy, typing-cadence variability — bots move too smoothly or too regularly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anomaly model over the session feature vector — unsupervised, no fraud labels required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3246120"/>
          </a:xfrm>
          <a:prstGeom prst="roundRect">
            <a:avLst>
              <a:gd name="adj" fmla="val 2817"/>
            </a:avLst>
          </a:prstGeom>
          <a:solidFill>
            <a:srgbClr val="15294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331720"/>
            <a:ext cx="4846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91 / 100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“New device + unfamiliar country”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“Mouse movement unnaturally uniform — possible automation”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26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68680" y="5257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PATH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5046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simulated telemetry with real browser fingerprint JS + an IP geolocation API (e.g. ipapi.co); retrain IsolationForest on live session history per user.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 · DEEP DIVE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Engine — turning three scores into one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JUSTIFIED WEIGHTED SUM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fraud_score =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 × face + 0.35 × voice + 0.25 × device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27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weighted highest — video-KYC spoofing is currently the highest-impact vector; voice covers vishing/OTP; device corroborates.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60720" y="1691640"/>
            <a:ext cx="5852160" cy="1965960"/>
          </a:xfrm>
          <a:prstGeom prst="roundRect">
            <a:avLst>
              <a:gd name="adj" fmla="val 4651"/>
            </a:avLst>
          </a:prstGeom>
          <a:solidFill>
            <a:srgbClr val="15294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080760" y="1874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LEARNED STACKING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2286000"/>
            <a:ext cx="5257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/ gradient boosting over [face, voice, device] → calibrated fraud probability, trained once labelled session outcomes exist.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BANDS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1B335C"/>
          </a:solidFill>
          <a:ln w="1270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462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0–39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43400" y="434340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1B335C"/>
          </a:solidFill>
          <a:ln w="1270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572000" y="4462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RISK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38160" y="434340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1B33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366760" y="4462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75–100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fusion result carries the reasons that drove it — explainability is a design requirement, not an afterthought.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banks actually see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108960" cy="1737360"/>
          </a:xfrm>
          <a:prstGeom prst="roundRect">
            <a:avLst>
              <a:gd name="adj" fmla="val 7368"/>
            </a:avLst>
          </a:prstGeom>
          <a:solidFill>
            <a:srgbClr val="0B1F3A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5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3108960" cy="502920"/>
          </a:xfrm>
          <a:prstGeom prst="rect">
            <a:avLst/>
          </a:prstGeom>
          <a:solidFill>
            <a:srgbClr val="00D9A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Fraud 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Fraud Check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34840" y="169164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70916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23560" y="2340864"/>
            <a:ext cx="2148840" cy="219456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623560" y="2340864"/>
            <a:ext cx="1676095" cy="219456"/>
          </a:xfrm>
          <a:prstGeom prst="roundRect">
            <a:avLst>
              <a:gd name="adj" fmla="val 25000"/>
            </a:avLst>
          </a:prstGeom>
          <a:solidFill>
            <a:srgbClr val="00D9A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623560" y="22677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063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23560" y="3118104"/>
            <a:ext cx="2148840" cy="219456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623560" y="3118104"/>
            <a:ext cx="1375258" cy="219456"/>
          </a:xfrm>
          <a:prstGeom prst="roundRect">
            <a:avLst>
              <a:gd name="adj" fmla="val 25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5623560" y="304495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840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23560" y="3895344"/>
            <a:ext cx="2148840" cy="219456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623560" y="3895344"/>
            <a:ext cx="1955444" cy="219456"/>
          </a:xfrm>
          <a:prstGeom prst="roundRect">
            <a:avLst>
              <a:gd name="adj" fmla="val 25000"/>
            </a:avLst>
          </a:prstGeom>
          <a:solidFill>
            <a:srgbClr val="FFC2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623560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4846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face 0.40 · voice 0.35 · device 0.25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0" y="169164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15294A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50392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PANEL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224028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Face: low blink rate detected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normal pitch variance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new IP + odd login hour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›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robotic mouse pattern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today: Streamlit dashboard → FraudShield/app.py — upload a clip or drag the device sliders and watch the score update live.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all standard, fast to build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B335C"/>
          </a:solidFill>
          <a:ln w="12700">
            <a:solidFill>
              <a:srgbClr val="1B33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— Face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 Mesh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(upgrade: FaceForensics++ CNN)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47288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B335C"/>
          </a:solidFill>
          <a:ln w="12700">
            <a:solidFill>
              <a:srgbClr val="1B33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721608" y="1965960"/>
            <a:ext cx="502920" cy="50292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72160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— Voice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2461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/ pitch / spectral features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(upgrade: ASVspoof / RawNet2)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B335C"/>
          </a:solidFill>
          <a:ln w="12700">
            <a:solidFill>
              <a:srgbClr val="1B33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20256" y="1965960"/>
            <a:ext cx="502920" cy="50292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62025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74536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— Device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32461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IsolationForest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geolocation API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 capture (JS)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44584" y="17373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1B335C"/>
          </a:solidFill>
          <a:ln w="127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518904" y="1965960"/>
            <a:ext cx="502920" cy="50292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51890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73184" y="26060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 Dashboard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473184" y="3246120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fusion / LogisticRegression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wrapper (FastAPI, next)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classical/lightweight where possible — every heavy pretrained model is a documented drop-in, not a hard dependency for the MVP demo.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the way real fraud-prevention systems are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by design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who beat one detector still have to beat three — correlated failure is much harder than single-point failure.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82512" y="1947672"/>
            <a:ext cx="457200" cy="45720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38251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not a black box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0487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ships with plain-language reasons — what compliance and fraud-ops teams actually need to act on an alert.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4672" y="3913632"/>
            <a:ext cx="457200" cy="45720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0467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fraud-labeled data required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37083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and rule-based signals work unsupervised — realistic for a bank piloting this with limited fraud history.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82512" y="3913632"/>
            <a:ext cx="457200" cy="45720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382512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path from demo to production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370832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a named upgrade path (pretrained deepfake/anti-spoofing models, real telemetry) without changing the architecture.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MVP to pilot-ready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0120" y="2103120"/>
            <a:ext cx="0" cy="4023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975104"/>
            <a:ext cx="274320" cy="274320"/>
          </a:xfrm>
          <a:prstGeom prst="ellipse">
            <a:avLst/>
          </a:prstGeom>
          <a:solidFill>
            <a:srgbClr val="0B1F3A"/>
          </a:solidFill>
          <a:ln w="31750">
            <a:solidFill>
              <a:srgbClr val="00D9A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1371600" y="1847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Hackathon MVP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8288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working modules + weighted fusion + Streamlit dashboard, running on classical CV/audio/ML signals.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26664"/>
            <a:ext cx="274320" cy="274320"/>
          </a:xfrm>
          <a:prstGeom prst="ellipse">
            <a:avLst/>
          </a:prstGeom>
          <a:solidFill>
            <a:srgbClr val="0B1F3A"/>
          </a:solidFill>
          <a:ln w="317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371600" y="2898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Model upgrades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8803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pretrained FaceForensics++ / ASVspoof checkpoints; wrap scoring as a FastAPI service.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078224"/>
            <a:ext cx="274320" cy="274320"/>
          </a:xfrm>
          <a:prstGeom prst="ellipse">
            <a:avLst/>
          </a:prstGeom>
          <a:solidFill>
            <a:srgbClr val="0B1F3A"/>
          </a:solidFill>
          <a:ln w="31750">
            <a:solidFill>
              <a:srgbClr val="FFC2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371600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Learn from data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9319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labelled session outcomes; train the logistic-regression fusion stacker; tune per-bank weights.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129784"/>
            <a:ext cx="274320" cy="274320"/>
          </a:xfrm>
          <a:prstGeom prst="ellipse">
            <a:avLst/>
          </a:prstGeom>
          <a:solidFill>
            <a:srgbClr val="0B1F3A"/>
          </a:solidFill>
          <a:ln w="3175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371600" y="50017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— Pilot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983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browser fingerprint + IP geolocation telemetry; integrate into an actual KYC/login flow with a partner bank.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1529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stop fraud detection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betting on one signal.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FraudShield — Multi-Modal Fraud Risk Scoring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892040"/>
            <a:ext cx="10241280" cy="1188720"/>
          </a:xfrm>
          <a:prstGeom prst="roundRect">
            <a:avLst>
              <a:gd name="adj" fmla="val 7692"/>
            </a:avLst>
          </a:prstGeom>
          <a:solidFill>
            <a:srgbClr val="1B33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10058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3492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fusion weighting · intros to a bank/fintech pilot partner · compute credits for training the pretrained deepfake/voice checkpoints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FraudShield  ·  github.com/team/fraudshield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1435</Words>
  <Application>Microsoft Office PowerPoint</Application>
  <PresentationFormat>Widescreen</PresentationFormat>
  <Paragraphs>234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Sreekanth S</cp:lastModifiedBy>
  <cp:revision>2</cp:revision>
  <dcterms:created xsi:type="dcterms:W3CDTF">2026-09-22T07:09:49Z</dcterms:created>
  <dcterms:modified xsi:type="dcterms:W3CDTF">2026-09-22T10:06:18Z</dcterms:modified>
</cp:coreProperties>
</file>